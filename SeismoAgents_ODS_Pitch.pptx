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GNSS photo (UNAVCO via SERC, CC BY-NC-SA): https://serc.carleton.edu/details/images/257462.html
- Seismograph photo (Wikimedia Commons, CC BY-SA 3.0): https://commons.wikimedia.org/wiki/File:Kinemetrics_seismograph.jpg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RTL (Region-Time-Length) как метод для выявления затишья/активации: https://www.sciencedirect.com/science/article/abs/pii/S0040195101000737
- b-value как параметр Гутенберга–Рихтера и его связь со стрессом (обзор): https://www3.geosc.psu.edu/Courses/GeomechanicsSeminar/Fall2015/Scholz-2015-Geophysical_Research_Letters.pdf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b-value и его вариации перед сильными землетрясениями (пример на Вэньчуань): https://pmc.ncbi.nlm.nih.gov/articles/PMC9027618/
- RTL алгоритм в исследованиях затишья: https://agupubs.onlinelibrary.wiley.com/doi/full/10.1029/2001GL013835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TimeGPT позиционируется как foundation model для прогнозирования и детекции аномалий временных рядов: https://nixtla.io/docs/introduction/introduction
- Chronos описывает предобученные трансформеры для вероятностного прогнозирования временных рядов: https://arxiv.org/abs/2403.07815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TimeGPT: https://nixtla.io/docs/introduction/introduction
- Chronos paper: https://arxiv.org/abs/2403.07815
- MOMENT paper: https://arxiv.org/abs/2402.03885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Scholz (2015) о стресс-зависимости b-value: https://www3.geosc.psu.edu/Courses/GeomechanicsSeminar/Fall2015/Scholz-2015-Geophysical_Research_Letters.pdf
- Пример исследований b-value перед сильными событиями (Wenchuan): https://pmc.ncbi.nlm.nih.gov/articles/PMC9027618/
- RTL алгоритм и его применение: https://www.sciencedirect.com/science/article/abs/pii/S0040195101000737
- TimeGPT: https://nixtla.io/docs/introduction/introduction
- Chronos: https://arxiv.org/abs/2403.07815
- MOMENT: https://arxiv.org/abs/2402.03885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Обсуждение стресс-зависимости b-value и вариаций (Scholz 2015): https://www3.geosc.psu.edu/Courses/GeomechanicsSeminar/Fall2015/Scholz-2015-Geophysical_Research_Letters.pdf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21031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платформа для детекции аномалий и интерпретации сейсмических временных рядов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ODS: «LLM — от понимания к продукту»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0698480" cy="731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0358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(4): Артём • Миша • Андрей П. • Андрей Я.</a:t>
            </a:r>
            <a:endParaRPr lang="en-US" sz="1800" dirty="0"/>
          </a:p>
        </p:txBody>
      </p:sp>
      <p:pic>
        <p:nvPicPr>
          <p:cNvPr id="7" name="Image 0" descr="/mnt/data/seismo_assets/gnss_monument.png">    </p:cNvPr>
          <p:cNvPicPr>
            <a:picLocks noChangeAspect="1"/>
          </p:cNvPicPr>
          <p:nvPr/>
        </p:nvPicPr>
        <p:blipFill>
          <a:blip r:embed="rId1"/>
          <a:srcRect l="0" r="0" t="15497" b="15497"/>
          <a:stretch/>
        </p:blipFill>
        <p:spPr>
          <a:xfrm>
            <a:off x="731520" y="3886200"/>
            <a:ext cx="5212080" cy="2697480"/>
          </a:xfrm>
          <a:prstGeom prst="rect">
            <a:avLst/>
          </a:prstGeom>
        </p:spPr>
      </p:pic>
      <p:pic>
        <p:nvPicPr>
          <p:cNvPr id="8" name="Image 1" descr="/mnt/data/seismo_assets/seismograph.jpg">    </p:cNvPr>
          <p:cNvPicPr>
            <a:picLocks noChangeAspect="1"/>
          </p:cNvPicPr>
          <p:nvPr/>
        </p:nvPicPr>
        <p:blipFill>
          <a:blip r:embed="rId2"/>
          <a:srcRect l="0" r="0" t="15497" b="15497"/>
          <a:stretch/>
        </p:blipFill>
        <p:spPr>
          <a:xfrm>
            <a:off x="6217920" y="3886200"/>
            <a:ext cx="52120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 ценность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715000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хотим построить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продукт мониторинга: GNSS + каталог землетрясений + индексы (b-value, RTL и др.)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аномалий и смен режимов (change points) + прогноз аномалий на горизонте N дней/недель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 «почему сработало»: вклад рядов/параметров + окно времени + география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Интерфейс: дашборд + Telegram/чат + API для интеграции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9400" y="1234440"/>
            <a:ext cx="4828032" cy="25146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актуально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b-value и RTL используются как индикаторы подготовки очага и «затишья»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фиксирует деформации и дополняет каталог событий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эффект: ранние сигналы, риск-брифинги, воспроизводимые отчёты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3977640"/>
            <a:ext cx="4828032" cy="24231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полезно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Лаборатория/кафедра: быстрый анализ гипотез и кейсов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Оперативный мониторинг: алерты по регионам/станциям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оценка потенциального воздействия (опционально)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сложность домена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897880" cy="26517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GNSS наблюдения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Стационарные станции: X/Y точны, вертикаль шумнее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Нерегулярное покрытие зоны: разные частоты и пропуски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аномальные смещения и смены режима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5897880" cy="23317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Каталог землетрясений и производные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в (X,Y,H,t,M): распределение в пространстве и во времени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Индексы: b-value, RTL, интенсивность, кластеры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«истина»: каталог сильных событий для backtesting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03720" y="1234440"/>
            <a:ext cx="4544568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сложно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Мультивариативность + нелинейные паттерны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Периодичности и «ложные падения» (например b-value)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Нужны: устойчивость к шуму, объяснимость, воспроизводимость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главное — физическая интерпретация, а не голая статистика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мультиагентность (а не «просто LLM»)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715000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сделать «один LLM-скрипт»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 масштабируется на новые задачи (детекция/сегментация/прогноз)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 контролировать качество и воспроизводимость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подключать инструменты: расчёты, карты, базы, алерты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ответственности: где проверка фактов/метрик?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9400" y="1261872"/>
            <a:ext cx="4828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система = продуктовая архитектура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1691640"/>
            <a:ext cx="2331720" cy="22402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данных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ингест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выравнивание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25712" y="1691640"/>
            <a:ext cx="2331720" cy="22402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моделей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4160520"/>
            <a:ext cx="2331720" cy="22402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Агент-аналитик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фактов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25712" y="4160520"/>
            <a:ext cx="2331720" cy="22402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доставки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бот/чат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варианта концепции проекта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520440" cy="5074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Monitoring &amp; Alerting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Потоковая детекция аномалий по GNSS и индексам каталога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 по регионам/станциям, расписания и пороги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Объяснение: вклад рядов + «что изменилось»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production-MVP за курс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5968" y="1234440"/>
            <a:ext cx="3520440" cy="5074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Analyst Copilot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Диалоговый анализ: сегментация, автокорреляция, сравнение периодов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«как перед событием X?» + генерация отчётов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Песочница для гипотез и воспроизводимых пайплайнов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ускорить исследование и публикацию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00416" y="1234440"/>
            <a:ext cx="3520440" cy="5074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Risk Briefing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«воздействия»: близость городов/инфры + сценарии ущерба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Вероятностный прогноз + правила коммуникации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Адаптивные пороги под магнитуду/регион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продукт для принятия решений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 для ODS: вариант A как основной (плюс элементы B для демонстрации «умного анализа»).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(MVP)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60604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(X,Y,H,t,M)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 (b, RTL)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1417320"/>
            <a:ext cx="260604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данных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QC/очистка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окна/агрегации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260604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моделей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бэйзлайны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72600" y="1417320"/>
            <a:ext cx="260604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Агент-аналитик (LLM)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планирует вызовы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 причины</a:t>
            </a:r>
            <a:endParaRPr lang="en-US" sz="1300" dirty="0"/>
          </a:p>
          <a:p>
            <a:pPr marL="186690" indent="-18669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отчёт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342900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графики, алерты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971800"/>
            <a:ext cx="342900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Telegram/чат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вопросы, отчёты, подписки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2971800"/>
            <a:ext cx="3429000" cy="11430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+ вебхуки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75620" y="2560320"/>
            <a:ext cx="-4480560" cy="41148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1520" y="4389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LLM-агент не заменяет модели — он оркестрирует вычисления, контролирует воспроизводимость и объясняет результат.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Модельный слой: физика + ML + foundation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715000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считаем «сигналом»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 осмысленные индикаторы: b-value, RTL, скорость/ускорение деформаций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режима: change-point + устойчивые тренды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Аномалия = редкое отклонение + согласованность по нескольким источникам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9400" y="1234440"/>
            <a:ext cx="4828032" cy="25146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ML-ядро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Бэйзлайн: статистика/ESD, IsolationForest, PCA/autoencoder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Мультивариативные модели: TCN/LSTM/Transformer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вероятностей и порогов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3977640"/>
            <a:ext cx="4828032" cy="24231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(опционально)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TimeGPT: прогноз + интервалы → аномалия как выход за пределы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Chronos: вероятностное zero-shot прогнозирование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MOMENT: открытая модель для general-purpose time series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разработки (8 недель / 2 месяца)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486400" cy="23317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 1–2: Данные + бэйзлайны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ингест GNSS/каталога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b-value/RTL пайплайн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детектор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0" y="1234440"/>
            <a:ext cx="5486400" cy="23317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 3–4: Модели + оркестрация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мультивариативная модель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агент-оркестратор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инструменты/логи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5486400" cy="23317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 5–6: Продукт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алерты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бот/чат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дашборд-минимум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3977640"/>
            <a:ext cx="5486400" cy="233172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 7–8: Качество + демо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порог/калибровка</a:t>
            </a:r>
            <a:endParaRPr lang="en-US" sz="1500" dirty="0"/>
          </a:p>
          <a:p>
            <a:pPr marL="213360" indent="-21336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демо-сценарии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end-to-end демо + репозиторий (Docker) + отчёт по метрикам.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 и «страховки»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715000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по каталогу: precision/recall на окнах перед событиями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насколько раньше фиксируем аномалию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rate: алерты на единицу времени/региона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вклад GNSS vs индексы vs модели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9400" y="1234440"/>
            <a:ext cx="4828032" cy="25146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 агента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не «угадывает»: он вызывает инструменты и цитирует цифры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отчёта: что измерено / почему аномалия / уверенность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+ трассировка решений (audit trail)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3977640"/>
            <a:ext cx="4828032" cy="24231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коммуникация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Дисклеймеры: вероятностный характер, без «предсказаний»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и уровни важности (info / warning / critical)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данных и «тихий режим» при сбоях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выглядит продукт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492240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Дашборд мониторинга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регионы/станции/активные алерты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GNSS и индексов (b-value, RTL) с подсветкой аномалий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событий: что сработало, где и когда</a:t>
            </a:r>
            <a:endParaRPr lang="en-US" sz="1600" dirty="0"/>
          </a:p>
          <a:p>
            <a:pPr marL="226695" indent="-226695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отчёта (PDF/Markdown) для воспроизводимости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52360" y="1234440"/>
            <a:ext cx="4005072" cy="25146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Telegram/чат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Запросы: «проверь регион X за 90 дней», «почему алерт?»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причины, уверенность, окно времени, ссылки на графики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подписок: алерты по порогам и расписаниям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52360" y="3977640"/>
            <a:ext cx="4005072" cy="24231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API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/alerts?region=X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/analyze {window:90d}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score, причины, артефакты (графики), рекомендации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почему нас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715000" cy="100584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работ (параллельно)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715000" cy="86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 · LLM-оркестрация · TS/ML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715000" cy="86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Миша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интеграция сервисов · инфраструктура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5715000" cy="86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 П.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Сейсмо-математика · индексы · ML детекция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5715000" cy="86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 Я.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бот/дашборд · Agent Systems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234440"/>
            <a:ext cx="4828032" cy="516636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команда из 4 — оправдано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независимых трека: (1) данные, (2) модели, (3) агентная логика, (4) продукт/интерфейс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курса: не «демка», а развёртываемое LLM-приложение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тесты, мониторинг, алерты, UX — иначе «не продукт»</a:t>
            </a:r>
            <a:endParaRPr lang="en-US" sz="1400" dirty="0"/>
          </a:p>
          <a:p>
            <a:pPr marL="200025" indent="-200025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разработка → укладываемся в сроки и делаем качественно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покажем на защите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87000" y="512064"/>
            <a:ext cx="1234440" cy="420624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5912" cy="5257800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  <a:effectLst>
            <a:outerShdw sx="100000" sy="100000" kx="0" ky="0" algn="bl" rotWithShape="0" blurRad="19050" dist="25400" dir="270000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артефакты</a:t>
            </a:r>
            <a:pPr indent="0" marL="0">
              <a:buNone/>
            </a:pPr>
            <a:r>
              <a:rPr lang="en-US" sz="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253365" indent="-253365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демо: данные → детектор → отчёт агента → алерт в чат</a:t>
            </a:r>
            <a:endParaRPr lang="en-US" sz="1800" dirty="0"/>
          </a:p>
          <a:p>
            <a:pPr marL="253365" indent="-253365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Дашборд: b-value/RTL + GNSS графики и отметки аномалий</a:t>
            </a:r>
            <a:endParaRPr lang="en-US" sz="1800" dirty="0"/>
          </a:p>
          <a:p>
            <a:pPr marL="253365" indent="-253365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(OpenAPI/Swagger) + примеры запросов</a:t>
            </a:r>
            <a:endParaRPr lang="en-US" sz="1800" dirty="0"/>
          </a:p>
          <a:p>
            <a:pPr marL="253365" indent="-253365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Backtesting-отчёт: метрики, абляции, разбор 2–3 кейсов</a:t>
            </a:r>
            <a:endParaRPr lang="en-US" sz="1800" dirty="0"/>
          </a:p>
          <a:p>
            <a:pPr marL="253365" indent="-253365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Репозиторий: Docker, инструкции развёртывания, тесты</a:t>
            </a:r>
            <a:endParaRPr lang="en-US" sz="1800" dirty="0"/>
          </a:p>
          <a:p>
            <a:pPr marL="253365" indent="-253365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Продолжение: статья/разделы для диссертаций (мультиагентность + сейсмология)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565392"/>
            <a:ext cx="10725912" cy="256032"/>
          </a:xfrm>
          <a:prstGeom prst="rect">
            <a:avLst/>
          </a:prstGeom>
          <a:solidFill>
            <a:srgbClr val="111A2E"/>
          </a:solidFill>
          <a:ln w="12700">
            <a:solidFill>
              <a:srgbClr val="20304A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агенты дают масштабируемость, контроль качества и продуктовую сборку над реальными временными рядами.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SeismoAgents Team</dc:creator>
  <cp:lastModifiedBy>SeismoAgents Team</cp:lastModifiedBy>
  <cp:revision>1</cp:revision>
  <dcterms:created xsi:type="dcterms:W3CDTF">2026-02-04T19:08:07Z</dcterms:created>
  <dcterms:modified xsi:type="dcterms:W3CDTF">2026-02-04T19:08:07Z</dcterms:modified>
</cp:coreProperties>
</file>